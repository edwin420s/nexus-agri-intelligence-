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64008" cy="5669280"/>
          </a:xfrm>
          <a:prstGeom prst="rect">
            <a:avLst/>
          </a:prstGeom>
          <a:solidFill>
            <a:srgbClr val="27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7684B"/>
                </a:solidFill>
                <a:latin typeface="Aptos"/>
              </a:defRPr>
            </a:pPr>
            <a:r>
              <a:t>EVIDENCE → REASONING →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 i="0">
                <a:solidFill>
                  <a:srgbClr val="1D2822"/>
                </a:solidFill>
                <a:latin typeface="Aptos"/>
              </a:defRPr>
            </a:pPr>
            <a:r>
              <a:t>Nexus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414E46"/>
                </a:solidFill>
                <a:latin typeface="Aptos"/>
              </a:defRPr>
            </a:pPr>
            <a:r>
              <a:t>An evidence-first agent that investigates fragmented information, detects conflicting claims, and identifies what must be verified before a decision is made.</a:t>
            </a:r>
          </a:p>
          <a:p>
            <a:pPr>
              <a:defRPr sz="18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800" b="0" i="0">
                <a:solidFill>
                  <a:srgbClr val="414E46"/>
                </a:solidFill>
                <a:latin typeface="Aptos"/>
              </a:defRPr>
            </a:pPr>
            <a:r>
              <a:t>Team: Nexus · Solo builder: Edwin Mwiti</a:t>
            </a:r>
          </a:p>
          <a:p>
            <a:pPr>
              <a:defRPr sz="1800" b="0" i="0">
                <a:solidFill>
                  <a:srgbClr val="414E46"/>
                </a:solidFill>
                <a:latin typeface="Aptos"/>
              </a:defRPr>
            </a:pPr>
            <a:r>
              <a:t>Track target: The Agent That Can Explain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A5C16"/>
                </a:solidFill>
                <a:latin typeface="Aptos"/>
              </a:defRPr>
            </a:pPr>
            <a:r>
              <a:t>DRAFT DECK — update after live Zetaris, Meterless, and Nemotron integrations are 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57069"/>
                </a:solidFill>
                <a:latin typeface="Aptos"/>
              </a:defRPr>
            </a:pPr>
            <a:r>
              <a:t>NEXUS · OPEN AGENT HACKATHON 2026 · UPDATE WITH VERIFIED BUILD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64008" cy="5669280"/>
          </a:xfrm>
          <a:prstGeom prst="rect">
            <a:avLst/>
          </a:prstGeom>
          <a:solidFill>
            <a:srgbClr val="27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7684B"/>
                </a:solidFill>
                <a:latin typeface="Aptos"/>
              </a:defRPr>
            </a:pPr>
            <a:r>
              <a:t>01 /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 i="0">
                <a:solidFill>
                  <a:srgbClr val="1D2822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Important decisions often depend on data scattered across systems, reports, and documents.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A conventional chatbot may summarize a few snippets but often hides source conflicts, missing context, and the difference between a claim and a verified fact.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Target user: a founder, analyst, or operator assessing a business opportunity.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57069"/>
                </a:solidFill>
                <a:latin typeface="Aptos"/>
              </a:defRPr>
            </a:pPr>
            <a:r>
              <a:t>NEXUS · OPEN AGENT HACKATHON 2026 · UPDATE WITH VERIFIED BUILD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64008" cy="5669280"/>
          </a:xfrm>
          <a:prstGeom prst="rect">
            <a:avLst/>
          </a:prstGeom>
          <a:solidFill>
            <a:srgbClr val="27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7684B"/>
                </a:solidFill>
                <a:latin typeface="Aptos"/>
              </a:defRPr>
            </a:pPr>
            <a:r>
              <a:t>02 /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 i="0">
                <a:solidFill>
                  <a:srgbClr val="1D2822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Nexus produces a decision dossier, not just a chat answer: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• Recommendation: proceed to due diligence, investigate further, or insufficient evidence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• Evidence ledger with source IDs and links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• Conflicts and missing information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• Next actions tied to unresolved uncertainty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• Persistent investigation memory with provenance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Confidence is an evidence-coverage heuristic, not a probability of success.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57069"/>
                </a:solidFill>
                <a:latin typeface="Aptos"/>
              </a:defRPr>
            </a:pPr>
            <a:r>
              <a:t>NEXUS · OPEN AGENT HACKATHON 2026 · UPDATE WITH VERIFIED BUILD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64008" cy="5669280"/>
          </a:xfrm>
          <a:prstGeom prst="rect">
            <a:avLst/>
          </a:prstGeom>
          <a:solidFill>
            <a:srgbClr val="27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7684B"/>
                </a:solidFill>
                <a:latin typeface="Aptos"/>
              </a:defRPr>
            </a:pPr>
            <a:r>
              <a:t>03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 i="0">
                <a:solidFill>
                  <a:srgbClr val="1D2822"/>
                </a:solidFill>
                <a:latin typeface="Aptos"/>
              </a:defRPr>
            </a:pPr>
            <a:r>
              <a:t>Agent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Question → Zetaris federated query → evidence normalization → H-MEM recall → evidence/conflict checks → Meterless Runtime routed to NVIDIA Nemotron → dossier → H-MEM write-back.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Human review remains required. The agent does not execute financial transactions or replace professional advice.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A5C16"/>
                </a:solidFill>
                <a:latin typeface="Aptos"/>
              </a:defRPr>
            </a:pPr>
            <a:r>
              <a:t>Replace this text with a screenshot of the final working architecture and exact API/model choices.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57069"/>
                </a:solidFill>
                <a:latin typeface="Aptos"/>
              </a:defRPr>
            </a:pPr>
            <a:r>
              <a:t>NEXUS · OPEN AGENT HACKATHON 2026 · UPDATE WITH VERIFIED BUILD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64008" cy="5669280"/>
          </a:xfrm>
          <a:prstGeom prst="rect">
            <a:avLst/>
          </a:prstGeom>
          <a:solidFill>
            <a:srgbClr val="27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7684B"/>
                </a:solidFill>
                <a:latin typeface="Aptos"/>
              </a:defRPr>
            </a:pPr>
            <a:r>
              <a:t>04 / INTEGRATION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 i="0">
                <a:solidFill>
                  <a:srgbClr val="1D2822"/>
                </a:solidFill>
                <a:latin typeface="Aptos"/>
              </a:defRPr>
            </a:pPr>
            <a:r>
              <a:t>Sponsor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Zetaris: federate and query evidence from multiple source systems.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Meterless H-MEM: persist investigation context, retrieve relevant prior findings, and keep provenance/audit history.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Meterless Runtime + NVIDIA Nemotron: synthesize only the supplied evidence and produce a grounded rationale.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Cursor: development environment required by the event.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A5C16"/>
                </a:solidFill>
                <a:latin typeface="Aptos"/>
              </a:defRPr>
            </a:pPr>
            <a:r>
              <a:t>Do not claim any integration is complete until the live test, model route, and query are verified.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57069"/>
                </a:solidFill>
                <a:latin typeface="Aptos"/>
              </a:defRPr>
            </a:pPr>
            <a:r>
              <a:t>NEXUS · OPEN AGENT HACKATHON 2026 · UPDATE WITH VERIFIED BUILD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64008" cy="5669280"/>
          </a:xfrm>
          <a:prstGeom prst="rect">
            <a:avLst/>
          </a:prstGeom>
          <a:solidFill>
            <a:srgbClr val="27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7684B"/>
                </a:solidFill>
                <a:latin typeface="Aptos"/>
              </a:defRPr>
            </a:pPr>
            <a:r>
              <a:t>05 / WHAT JUDGES WILL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 i="0">
                <a:solidFill>
                  <a:srgbClr val="1D2822"/>
                </a:solidFill>
                <a:latin typeface="Aptos"/>
              </a:defRPr>
            </a:pPr>
            <a:r>
              <a:t>Demo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1. Ask a real, specific decision question.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2. Show the live Zetaris records that inform it.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3. Surface a conflict or evidence gap.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4. Show the conservative recommendation and source-linked dossier.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5. Repeat a related query to demonstrate H-MEM memory across runs.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6. Show the Meterless route configured to NVIDIA Nemotron.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Success measure: every material conclusion can be traced to a source or clearly marked as an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57069"/>
                </a:solidFill>
                <a:latin typeface="Aptos"/>
              </a:defRPr>
            </a:pPr>
            <a:r>
              <a:t>NEXUS · OPEN AGENT HACKATHON 2026 · UPDATE WITH VERIFIED BUILD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64008" cy="5669280"/>
          </a:xfrm>
          <a:prstGeom prst="rect">
            <a:avLst/>
          </a:prstGeom>
          <a:solidFill>
            <a:srgbClr val="276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27684B"/>
                </a:solidFill>
                <a:latin typeface="Aptos"/>
              </a:defRPr>
            </a:pPr>
            <a:r>
              <a:t>06 /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 i="0">
                <a:solidFill>
                  <a:srgbClr val="1D2822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Now: verify live data and model integrations; harden errors and tests.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Next: add dataset-specific connectors, improved contradiction detection, source freshness checks, and a small evaluation set.</a:t>
            </a: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</a:p>
          <a:p>
            <a:pPr>
              <a:defRPr sz="1600" b="0" i="0">
                <a:solidFill>
                  <a:srgbClr val="414E46"/>
                </a:solidFill>
                <a:latin typeface="Aptos"/>
              </a:defRPr>
            </a:pPr>
            <a:r>
              <a:t>Later: reusable investigation templates for agriculture, procurement, and cybersecurity, while keeping the evidence-to-decision core domain-independent.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8A5C16"/>
                </a:solidFill>
                <a:latin typeface="Aptos"/>
              </a:defRPr>
            </a:pPr>
            <a:r>
              <a:t>Final submission: public GitHub repository + 1–4 minute demo video + updated deck + sponsor integration explanation.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46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 i="0">
                <a:solidFill>
                  <a:srgbClr val="657069"/>
                </a:solidFill>
                <a:latin typeface="Aptos"/>
              </a:defRPr>
            </a:pPr>
            <a:r>
              <a:t>NEXUS · OPEN AGENT HACKATHON 2026 · UPDATE WITH VERIFIED BUILD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